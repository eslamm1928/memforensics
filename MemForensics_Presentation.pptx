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94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slamm1928/Memforensic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slamm1928/Memforens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02920" cy="508863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463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 rot="16200000">
            <a:off x="-1353312" y="245745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00D4FF"/>
                </a:solidFill>
              </a:rPr>
              <a:t>MEMFORENSICS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731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Forensics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8580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Volatile Data Analysis Framework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85800" y="2423160"/>
            <a:ext cx="7315200" cy="228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5603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zero-click automated desktop application for parsing RAM dumps,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forensic artifacts, and detecting malware signatures.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36118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PyQt5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36118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84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Volatility3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361188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YARA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Eslam Ebrahim  ·  Ahmed Emad  ·  Mohamed Wael  |  Supervisor: Dr. Maryam Adel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58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https://github.com/Eslamm1928/Memforensics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What we'll cover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Why volatile data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2588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709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What MemForensics does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9456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5-step analysis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19456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19456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Tools &amp; technologies used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6324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447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Project structure overview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06324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06324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63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YARA Intelligence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447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Threat detection rules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93192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31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51560" y="3995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 &amp; Results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Live pipeline walkthrough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931920"/>
            <a:ext cx="416052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931920"/>
            <a:ext cx="502920" cy="713232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31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86400" y="3995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&amp; Conclusion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Takeaways &amp; next steps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Why volatile data is a forensic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</a:rPr>
              <a:t>RAM Contains: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▸ </a:t>
            </a:r>
            <a:r>
              <a:rPr lang="en-US" sz="1200" dirty="0">
                <a:solidFill>
                  <a:srgbClr val="C9D1D9"/>
                </a:solidFill>
              </a:rPr>
              <a:t>Running processes &amp; threads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▸ </a:t>
            </a:r>
            <a:r>
              <a:rPr lang="en-US" sz="1200" dirty="0">
                <a:solidFill>
                  <a:srgbClr val="C9D1D9"/>
                </a:solidFill>
              </a:rPr>
              <a:t>Active network connections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▸ </a:t>
            </a:r>
            <a:r>
              <a:rPr lang="en-US" sz="1200" dirty="0">
                <a:solidFill>
                  <a:srgbClr val="C9D1D9"/>
                </a:solidFill>
              </a:rPr>
              <a:t>Encryption keys in plaintext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730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▸ </a:t>
            </a:r>
            <a:r>
              <a:rPr lang="en-US" sz="1200" dirty="0">
                <a:solidFill>
                  <a:srgbClr val="C9D1D9"/>
                </a:solidFill>
              </a:rPr>
              <a:t>Injected malware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▸ </a:t>
            </a:r>
            <a:r>
              <a:rPr lang="en-US" sz="1200" dirty="0">
                <a:solidFill>
                  <a:srgbClr val="C9D1D9"/>
                </a:solidFill>
              </a:rPr>
              <a:t>Credential hashes (NTLM/LM)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1188720"/>
            <a:ext cx="4114800" cy="1463040"/>
          </a:xfrm>
          <a:prstGeom prst="rect">
            <a:avLst/>
          </a:prstGeom>
          <a:solidFill>
            <a:srgbClr val="1A0A0A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</a:rPr>
              <a:t>⚠ Power Off = Evidence Destroyed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17190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The moment a system is shut down, ALL volatile data disappears permanently — processes, keys, and loaded malware are gone forever.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78892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788920"/>
            <a:ext cx="64008" cy="8229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6592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&amp; Complex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36592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Traditional tools require extensive CLI expertise and plugin-by-plugin execution.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3749040"/>
            <a:ext cx="41148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749040"/>
            <a:ext cx="64008" cy="8229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 Slow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36592" y="4087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Incident responders need rapid intelligence — not hours of manual configuration.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0D24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</a:rPr>
              <a:t>MemForensics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is a fully automated, zero-click desktop framework that transforms raw memory dumps into structured forensic intelligence. Load a memory image — the rest is automatic.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60604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Manual Effort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7355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One click loads the dump. The 5-step pipeline starts automatically with no commands needed.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057400"/>
            <a:ext cx="260604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Forensic Coverage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327355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Processes, network sockets, injections, credentials, and YARA scans — all in one run.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057400"/>
            <a:ext cx="260604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Resilient by Design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327355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If any scan fails, the pipeline continues gracefully. No popups. No interruptions.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D4FF"/>
                </a:solidFill>
              </a:rPr>
              <a:t>"Zero manual intervention. Zero command-line interaction. Full forensic coverage."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5-Step Analysis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Automated sequential execution on every memory image loaded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0" cy="7040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710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216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 Extraction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691640" y="1536192"/>
            <a:ext cx="2011680" cy="201168"/>
          </a:xfrm>
          <a:prstGeom prst="rect">
            <a:avLst/>
          </a:prstGeom>
          <a:solidFill>
            <a:srgbClr val="1C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09928" y="153619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windows.pslist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931920" y="1234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Lists all running &amp; terminated processes with PID, PPID, threads, handles, and timestamps.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15668"/>
            <a:ext cx="822960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915668"/>
            <a:ext cx="548640" cy="7040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915668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4368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19888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Network Recovery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691640" y="2308860"/>
            <a:ext cx="2011680" cy="201168"/>
          </a:xfrm>
          <a:prstGeom prst="rect">
            <a:avLst/>
          </a:prstGeom>
          <a:solidFill>
            <a:srgbClr val="1C2A3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709928" y="23088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windows.netscan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931920" y="20071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Recovers active TCP/UDP connections, listening ports, local/remote IPs, and owning processes.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2688336"/>
            <a:ext cx="822960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2688336"/>
            <a:ext cx="548640" cy="70408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2688336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8163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2761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Injection Detection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1691640" y="3081528"/>
            <a:ext cx="2011680" cy="201168"/>
          </a:xfrm>
          <a:prstGeom prst="rect">
            <a:avLst/>
          </a:prstGeom>
          <a:solidFill>
            <a:srgbClr val="1C2A3A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709928" y="308152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windows.malfind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931920" y="27797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Identifies memory regions with PAGE_EXECUTE_READWRITE — hallmark of code injection.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3461004"/>
            <a:ext cx="822960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7200" y="3461004"/>
            <a:ext cx="548640" cy="70408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3461004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8902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691640" y="35341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Credential Recovery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691640" y="3854196"/>
            <a:ext cx="2011680" cy="201168"/>
          </a:xfrm>
          <a:prstGeom prst="rect">
            <a:avLst/>
          </a:prstGeom>
          <a:solidFill>
            <a:srgbClr val="1C2A3A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709928" y="385419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windows.hashdump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931920" y="35524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Extracts Windows SAM database entries: usernames, RIDs, LM hashes, NTLM hashes.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57200" y="4233672"/>
            <a:ext cx="822960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57200" y="4233672"/>
            <a:ext cx="548640" cy="7040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7200" y="4233672"/>
            <a:ext cx="548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5</a:t>
            </a:r>
            <a:endParaRPr lang="en-US" sz="18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361688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691640" y="4306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YARA Malware Scan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1691640" y="4626864"/>
            <a:ext cx="2011680" cy="201168"/>
          </a:xfrm>
          <a:prstGeom prst="rect">
            <a:avLst/>
          </a:prstGeom>
          <a:solidFill>
            <a:srgbClr val="1C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709928" y="4626864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windows.yarascan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3931920" y="4325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Auto-fetches Neo23x0/signature-base rules and scans process memory for known malware.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Technologies powering MemForensics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898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3.10+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Language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0391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Core application logic and automation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606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188720"/>
            <a:ext cx="2606040" cy="64008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3898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9352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PyQt5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59352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6FDB"/>
                </a:solidFill>
              </a:rPr>
              <a:t>GUI Framework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74720" y="20391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Modern dark-themed desktop dashboard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2606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188720"/>
            <a:ext cx="260604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898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9712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Volatility3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39712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8166"/>
                </a:solidFill>
              </a:rPr>
              <a:t>Forensics Engine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55080" y="20391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Memory image parsing &amp; plugin execution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901952" y="3063240"/>
            <a:ext cx="2606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901952" y="3063240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326440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23744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YARA-Python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2523744" y="3538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</a:rPr>
              <a:t>Malware Detection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039112" y="39136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Signature-based malware scanning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82312" y="3063240"/>
            <a:ext cx="260604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82312" y="306324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26440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04104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PyCryptodome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04104" y="3538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Crypto Support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919472" y="39136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Required for credential hash extraction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Modular structure with separated concerns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115568"/>
            <a:ext cx="2377440" cy="50292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main.py  (Entry Point)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18488"/>
            <a:ext cx="0" cy="347472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6596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main_window.py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2331720" cy="228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175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PyQt5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5-step pipeline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Real-time stat cards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Background QThreads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8780" y="1618488"/>
            <a:ext cx="0" cy="347472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965960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965960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vol_wrapper.py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yara_scanner.py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944368"/>
            <a:ext cx="2331720" cy="228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0175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VolatilityManager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CLI wrapper + JSON parser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YaraScanner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Auto-fetch &amp; scan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965960"/>
            <a:ext cx="260604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yara_rules/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.yar rule files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944368"/>
            <a:ext cx="2331720" cy="228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01752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Neo23x0 signatures: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CobaltStrike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Mimikatz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Custom rules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66660" y="1618488"/>
            <a:ext cx="0" cy="347472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760720" y="1371600"/>
            <a:ext cx="1805940" cy="246888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 flipV="1">
            <a:off x="1668778" y="1357884"/>
            <a:ext cx="1714501" cy="288036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YARA Threat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Automated signature-based malware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02336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099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Auto-fetches rules from Neo23x0/signature-base on first scan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12848"/>
            <a:ext cx="347472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311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Merges all .yar files from the yara_rules/ directory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34056"/>
            <a:ext cx="347472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523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Scans every process in the memory dump against all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347472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2735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Appends [YARA] hits to the Malware table in the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76472"/>
            <a:ext cx="347472" cy="34747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Results cached — no re-download needed on subsequent scans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Bundled Rule Files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600200"/>
            <a:ext cx="64008" cy="731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apt_cobaltstrike.yar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CobaltStrike beacon implants and shellcode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468880"/>
            <a:ext cx="64008" cy="731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gen_mimikatz.yar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2807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Mimikatz credential harvesting tool signatures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337560"/>
            <a:ext cx="64008" cy="731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gen_suspicious_strings.yar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Obfuscated strings &amp; suspicious encoding patterns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206240"/>
            <a:ext cx="4114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206240"/>
            <a:ext cx="64008" cy="7315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example.yar (custom)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4544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User-defined custom rules — drop any .yar file here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Dashboard &amp; GUI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Modern dark-themed PyQt5 interface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361188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MemForensics — Memory Analysis 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116128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127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Processes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92808" y="1664208"/>
            <a:ext cx="116128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709928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</a:rPr>
              <a:t>34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2808" y="202996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Network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91256" y="1664208"/>
            <a:ext cx="116128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1709928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8166"/>
                </a:solidFill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91256" y="202996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Malware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9704" y="1664208"/>
            <a:ext cx="116128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1709928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FDB"/>
                </a:solidFill>
              </a:rPr>
              <a:t>12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9704" y="202996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Creds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2423160"/>
            <a:ext cx="521208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50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  Process Name         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715768"/>
            <a:ext cx="5212080" cy="246888"/>
          </a:xfrm>
          <a:prstGeom prst="rect">
            <a:avLst/>
          </a:prstGeom>
          <a:solidFill>
            <a:srgbClr val="0F1419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3405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System               Running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971800"/>
            <a:ext cx="52120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90088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688    lsass.exe            Running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227832"/>
            <a:ext cx="5212080" cy="246888"/>
          </a:xfrm>
          <a:prstGeom prst="rect">
            <a:avLst/>
          </a:prstGeom>
          <a:solidFill>
            <a:srgbClr val="0F1419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46120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   malware.exe  ⚠      Suspicious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483864"/>
            <a:ext cx="52120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02152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2048   svchost.exe          Running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3749040"/>
            <a:ext cx="521208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49040"/>
            <a:ext cx="4169664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673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Analysis progress: 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" y="40050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Step [4/5] — Credential Recovery (hashdump) running...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1143000"/>
            <a:ext cx="256032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720840" y="1216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Non-Blocking UI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309360" y="1572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All scans run on background QThread workers — GUI stays responsive throughout.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72200" y="2331720"/>
            <a:ext cx="256032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423160"/>
            <a:ext cx="320040" cy="32004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720840" y="2404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Resilient Pipeline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309360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Any failed step is skipped gracefully. No error popups, no blocked execution.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6172200" y="3520440"/>
            <a:ext cx="256032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11880"/>
            <a:ext cx="320040" cy="32004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720840" y="3593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Counters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309360" y="3950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Stat cards update live as each scan completes — instant visibility into findings.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Installation &amp; Usage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</a:rPr>
              <a:t>Get up and running in 3 simple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0D2438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FDB"/>
                </a:solidFill>
              </a:rPr>
              <a:t>Prerequisites: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Python 3.10+  ·  A Windows memory dump file (.raw / .mem / .dmp / .vmem)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Supported OS: Windows (memory analysis of Windows RAM images)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38528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50292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20025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Virtual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2331720" cy="685800"/>
          </a:xfrm>
          <a:prstGeom prst="rect">
            <a:avLst/>
          </a:prstGeom>
          <a:solidFill>
            <a:srgbClr val="0A0E1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Isolates dependencies from your system Python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938528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938528"/>
            <a:ext cx="26060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938528"/>
            <a:ext cx="502920" cy="56692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38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13632" y="20025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the Framework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2606040"/>
            <a:ext cx="2331720" cy="685800"/>
          </a:xfrm>
          <a:prstGeom prst="rect">
            <a:avLst/>
          </a:prstGeom>
          <a:solidFill>
            <a:srgbClr val="0A0E1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Auto-installs all dependencies from requirements.txt on first launch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938528"/>
            <a:ext cx="260604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938528"/>
            <a:ext cx="260604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938528"/>
            <a:ext cx="502920" cy="56692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938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48272" y="20025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One-Click Launcher (Alternative)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606040"/>
            <a:ext cx="2331720" cy="685800"/>
          </a:xfrm>
          <a:prstGeom prst="rect">
            <a:avLst/>
          </a:prstGeom>
          <a:solidFill>
            <a:srgbClr val="0A0E13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run.bat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383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Activates venv and launches the app in one double-click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0D24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640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In the GUI:  Click 📂 Load Memory Dump → Select your image → The 5-step pipeline starts automatically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Team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00584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Eslam Ebrahim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Developer &amp; Architect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060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0584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Ahmed Emad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FB950"/>
                </a:solidFill>
              </a:rPr>
              <a:t>Developer &amp; Testing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060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00584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</a:rPr>
              <a:t>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Mohamed Wael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8166"/>
                </a:solidFill>
              </a:rPr>
              <a:t>Developer &amp; Documentation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1D9"/>
                </a:solidFill>
              </a:rPr>
              <a:t>Supervisor: Dr. Maryam Adel  |  Advanced Digital Forensics Course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✓ </a:t>
            </a:r>
            <a:r>
              <a:rPr lang="en-US" sz="1200" dirty="0">
                <a:solidFill>
                  <a:srgbClr val="C9D1D9"/>
                </a:solidFill>
              </a:rPr>
              <a:t>MemForensics automates the full memory forensics workflow — zero command-line expertise needed.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856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✓ </a:t>
            </a:r>
            <a:r>
              <a:rPr lang="en-US" sz="1200" dirty="0">
                <a:solidFill>
                  <a:srgbClr val="C9D1D9"/>
                </a:solidFill>
              </a:rPr>
              <a:t>The 5-step pipeline covers all critical volatile artifacts: processes, network, injection, credentials, YARA.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696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✓ </a:t>
            </a:r>
            <a:r>
              <a:rPr lang="en-US" sz="1200" dirty="0">
                <a:solidFill>
                  <a:srgbClr val="C9D1D9"/>
                </a:solidFill>
              </a:rPr>
              <a:t>YARA integration provides real threat intelligence with industry-standard signatures from Neo23x0.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FDB"/>
                </a:solidFill>
              </a:rPr>
              <a:t>✓ </a:t>
            </a:r>
            <a:r>
              <a:rPr lang="en-US" sz="1200" dirty="0">
                <a:solidFill>
                  <a:srgbClr val="C9D1D9"/>
                </a:solidFill>
              </a:rPr>
              <a:t>Resilient architecture ensures partial results are always delivered — even if some scans fail.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86000" y="3401568"/>
            <a:ext cx="45720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/>
              </a:rPr>
              <a:t>github.com/Eslamm1928/Memforensics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</a:rPr>
              <a:t>Advanced Digital Forensics  ·  Dr. Maryam Adel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940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MemForensics — Memory Forensics Framework</dc:title>
  <dc:subject>PptxGenJS Presentation</dc:subject>
  <dc:creator>PptxGenJS</dc:creator>
  <cp:lastModifiedBy>eslam ibrahim</cp:lastModifiedBy>
  <cp:revision>2</cp:revision>
  <dcterms:created xsi:type="dcterms:W3CDTF">2026-05-07T16:49:10Z</dcterms:created>
  <dcterms:modified xsi:type="dcterms:W3CDTF">2026-05-07T17:03:06Z</dcterms:modified>
</cp:coreProperties>
</file>