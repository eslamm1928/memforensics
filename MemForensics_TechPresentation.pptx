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3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920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Eslamm1928/Memforensic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12700">
            <a:solidFill>
              <a:srgbClr val="151A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280160" y="1371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D4FF"/>
                </a:solidFill>
              </a:rPr>
              <a:t>TECHNICAL DEEP DIVE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hlinkClick r:id="rId4"/>
              </a:rPr>
              <a:t>MemForensics</a:t>
            </a:r>
            <a:r>
              <a:rPr lang="en-US" sz="4400" b="1" dirty="0">
                <a:solidFill>
                  <a:srgbClr val="FFFFFF"/>
                </a:solidFill>
              </a:rPr>
              <a:t> Architecture</a:t>
            </a:r>
            <a:endParaRPr lang="en-US" sz="4400" dirty="0"/>
          </a:p>
        </p:txBody>
      </p:sp>
      <p:sp>
        <p:nvSpPr>
          <p:cNvPr id="39" name="Text 36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</a:rPr>
              <a:t>Under the hood: Volatility3 wrapping, asynchronous GUI pipelines,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</a:rPr>
              <a:t>and automated YARA rule ingestion mechanisms.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Architecture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</a:rPr>
              <a:t>Decoupled logic for maintainability and non-blocking execution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2860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</a:rPr>
              <a:t>Presentation Layer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</a:rPr>
              <a:t>(PyQt5 GUI)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1920240" cy="548640"/>
          </a:xfrm>
          <a:prstGeom prst="rect">
            <a:avLst/>
          </a:prstGeom>
          <a:solidFill>
            <a:srgbClr val="0A0E1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MainWindow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State Management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920240" cy="548640"/>
          </a:xfrm>
          <a:prstGeom prst="rect">
            <a:avLst/>
          </a:prstGeom>
          <a:solidFill>
            <a:srgbClr val="0A0E1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QStackedWidget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Dynamic Views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QThread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Signals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2651760"/>
            <a:ext cx="640080" cy="18288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371600"/>
            <a:ext cx="22860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</a:rPr>
              <a:t>Integration Layer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</a:rPr>
              <a:t>(Core Wrappers)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2103120"/>
            <a:ext cx="1920240" cy="548640"/>
          </a:xfrm>
          <a:prstGeom prst="rect">
            <a:avLst/>
          </a:prstGeom>
          <a:solidFill>
            <a:srgbClr val="0A0E1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103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VolatilityManager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Subprocess Controller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2834640"/>
            <a:ext cx="1920240" cy="548640"/>
          </a:xfrm>
          <a:prstGeom prst="rect">
            <a:avLst/>
          </a:prstGeom>
          <a:solidFill>
            <a:srgbClr val="0A0E1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YaraScanner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Rule Compiler &amp; Merger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Subprocess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JSON 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2651760"/>
            <a:ext cx="640080" cy="18288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1371600"/>
            <a:ext cx="201168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8166"/>
                </a:solidFill>
              </a:rPr>
              <a:t>Execution Layer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78166"/>
                </a:solidFill>
              </a:rPr>
              <a:t>(External Binaries)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2103120"/>
            <a:ext cx="1645920" cy="1280160"/>
          </a:xfrm>
          <a:prstGeom prst="rect">
            <a:avLst/>
          </a:prstGeom>
          <a:solidFill>
            <a:srgbClr val="0A0E1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1945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D1D9"/>
                </a:solidFill>
              </a:rPr>
              <a:t>Volatility3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D1D9"/>
                </a:solidFill>
              </a:rPr>
              <a:t>-----------------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D1D9"/>
                </a:solidFill>
              </a:rPr>
              <a:t>• Memory Parsing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D1D9"/>
                </a:solidFill>
              </a:rPr>
              <a:t>• VAD Traversing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D1D9"/>
                </a:solidFill>
              </a:rPr>
              <a:t>• Crypto Extraction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VolatilityManager: Execution &amp; Parsing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0A0E1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run_command(self, plugin, extra_args=[]):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self.vol_exe,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"-f", self.dump_path,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"-r", "json",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plugin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 + extra_args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subprocess.run(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cmd, capture_output=True,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text=True, timeout=300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json.loads(result.stdout)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Handle Timeout, DecodeErrors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Technical Implementation Details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737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Dynamic Binary Resolution:
</a:t>
            </a:r>
            <a:r>
              <a:rPr lang="en-US" sz="1100" dirty="0">
                <a:solidFill>
                  <a:srgbClr val="8B949E"/>
                </a:solidFill>
              </a:rPr>
              <a:t>Automatically falls back from embedded virtual environment (venv) binary to system path.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24231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Structured Output Mapping:
</a:t>
            </a:r>
            <a:r>
              <a:rPr lang="en-US" sz="1100" dirty="0">
                <a:solidFill>
                  <a:srgbClr val="8B949E"/>
                </a:solidFill>
              </a:rPr>
              <a:t>Force Volatility to emit '-r json' to bypass unreliable stdout string scraping.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3108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Process Isolation:
</a:t>
            </a:r>
            <a:r>
              <a:rPr lang="en-US" sz="1100" dirty="0">
                <a:solidFill>
                  <a:srgbClr val="8B949E"/>
                </a:solidFill>
              </a:rPr>
              <a:t>Subprocess isolates Volatility crashes from the PyQt main application.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37947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Strict Bounds:
</a:t>
            </a:r>
            <a:r>
              <a:rPr lang="en-US" sz="1100" dirty="0">
                <a:solidFill>
                  <a:srgbClr val="8B949E"/>
                </a:solidFill>
              </a:rPr>
              <a:t>Implements a 5-minute timeout boundary to prevent hanging on corrupted memory dumps.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FDB"/>
          </a:solidFill>
          <a:ln w="12700">
            <a:solidFill>
              <a:srgbClr val="1E6F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Asynchronous Pipeline via QThread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8166"/>
                </a:solidFill>
              </a:rPr>
              <a:t>Problem: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Volatility scans are blocking I/O operations taking 30s+; running them on the main thread triggers OS 'Application Not Responding'.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0A0E1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RunVolThread(QThread):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 = pyqtSignal(list)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 = pyqtSignal(str)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vol = VolatilityManager(self.path)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func = getattr(vol, self.method)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= func()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self.done.emit(result)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Exception as 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self.error.emit(str(e))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main window: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self.thread1 = RunVolThread(path, "run_pslist")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self.thread1.done.connect(self.on_done)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6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self.thread1.start()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41148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Thread Chaining Implementation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1031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Instead of deeply nested async calls, the pipeline uses Sequential Signal Emitting: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1. Thread finishes -&gt; Emits `done` signal.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2. Slot receives data -&gt; Updates GUI table.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3. Slot initiates Thread 2.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</a:rPr>
              <a:t>4. If error -&gt; Emits `error` -&gt; Slot logs it and still launches Thread 2.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YaraScanner: Dynamic Threat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1945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8166"/>
                </a:solidFill>
              </a:rPr>
              <a:t>urllib.request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Auto-fetches Neo23x0 rules missing from disk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1945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8166"/>
                </a:solidFill>
              </a:rPr>
              <a:t>yara-python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Pre-compiles .yar files to detect syntax errors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1097280"/>
            <a:ext cx="219456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8166"/>
                </a:solidFill>
              </a:rPr>
              <a:t>Volatility Yarascan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1463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Injects compiled master file into process memory space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1463040"/>
            <a:ext cx="457200" cy="182880"/>
          </a:xfrm>
          <a:prstGeom prst="rightArrow">
            <a:avLst/>
          </a:prstGeom>
          <a:solidFill>
            <a:srgbClr val="8B949E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2160" y="1463040"/>
            <a:ext cx="457200" cy="182880"/>
          </a:xfrm>
          <a:prstGeom prst="rightArrow">
            <a:avLst/>
          </a:prstGeom>
          <a:solidFill>
            <a:srgbClr val="8B949E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468880"/>
            <a:ext cx="8229600" cy="2103120"/>
          </a:xfrm>
          <a:prstGeom prst="rect">
            <a:avLst/>
          </a:prstGeom>
          <a:solidFill>
            <a:srgbClr val="0A0E13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Rule Aggregation Logic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83464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merge_all_rules(self):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Volatility accepts ONLY ONE YARA file. We must dynamically concatenate.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open("all_rules.yar", "w") as out_file: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filepath in glob.glob("*.yar"):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try: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yara.compile(filepath=filepath) # Syntax pre-validation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except yara.SyntaxError: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 # Gracefully skip broken community rules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out_file.write(open(filepath).read() + "\n")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Technical Achievements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Zero-dependency drift via automated venv parsing logic.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O(1) GUI thread blocking: completely decoupled logic from UI.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Resilient JSON deserialization handling raw CLI volatility outputs.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Dynamic YARA parsing engine that self-heals syntax errors.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483</Words>
  <Application>Microsoft Office PowerPoint</Application>
  <PresentationFormat>On-screen Show (16:9)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MemForensics — Technical Deep Dive</dc:title>
  <dc:subject>PptxGenJS Presentation</dc:subject>
  <dc:creator>PptxGenJS</dc:creator>
  <cp:lastModifiedBy>eslam ibrahim</cp:lastModifiedBy>
  <cp:revision>2</cp:revision>
  <dcterms:created xsi:type="dcterms:W3CDTF">2026-05-07T17:00:28Z</dcterms:created>
  <dcterms:modified xsi:type="dcterms:W3CDTF">2026-05-07T17:03:36Z</dcterms:modified>
</cp:coreProperties>
</file>